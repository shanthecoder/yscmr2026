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8404800" cy="384048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640240" y="2044800"/>
            <a:ext cx="33123960" cy="742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848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640240" y="10223640"/>
            <a:ext cx="33123960" cy="2436696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32601052-8A86-416C-A247-F2D0BA8687D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2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7483480" y="2044800"/>
            <a:ext cx="8280720" cy="3254580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848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640240" y="2044800"/>
            <a:ext cx="24362640" cy="3254580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6001A88A-B58F-4390-A548-380C14835AB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9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640240" y="2044800"/>
            <a:ext cx="33123960" cy="742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848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640240" y="10223640"/>
            <a:ext cx="33123960" cy="2436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2569D3A1-6025-415C-A3F6-3882614FE00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6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620440" y="9574560"/>
            <a:ext cx="33123960" cy="1597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25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25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5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620440" y="25701120"/>
            <a:ext cx="33123960" cy="840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  <a:defRPr lang="en-US" sz="1008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</a:pPr>
            <a:r>
              <a:rPr lang="en-US" sz="1008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008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0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1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2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50942CD3-7763-4D84-A991-F57AB6EE87F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33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40240" y="2044800"/>
            <a:ext cx="33123960" cy="742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848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640240" y="10223640"/>
            <a:ext cx="16321680" cy="2436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9442520" y="10223640"/>
            <a:ext cx="16321680" cy="2436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3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4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5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ACE4834D-0626-40D1-877F-732771363A9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41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645280" y="2044800"/>
            <a:ext cx="33123960" cy="742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ic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dit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as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1848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2645280" y="9414360"/>
            <a:ext cx="16246800" cy="461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  <a:defRPr lang="en-US" sz="1008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</a:pPr>
            <a:r>
              <a:rPr lang="en-US" sz="1008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2645280" y="14028480"/>
            <a:ext cx="16246800" cy="2063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19442520" y="9414360"/>
            <a:ext cx="16326720" cy="461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  <a:defRPr lang="en-US" sz="1008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</a:pPr>
            <a:r>
              <a:rPr lang="en-US" sz="1008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19442520" y="14028480"/>
            <a:ext cx="16326720" cy="2063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75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75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6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17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18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867F44AD-E1F3-41A3-9A8A-4DA76C41DEC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1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640240" y="2044800"/>
            <a:ext cx="33123960" cy="742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ic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dit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as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1848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1848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19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0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1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6AD4C920-CE14-4BD0-9DB1-2E51EB57BC6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7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dt" idx="22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3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4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50178FAC-889F-4F33-9F13-B6D107BB7CF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2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645280" y="2560320"/>
            <a:ext cx="12386160" cy="896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34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34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3439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6327080" y="5529600"/>
            <a:ext cx="19442160" cy="2729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  <a:defRPr lang="en-US" sz="13439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  <a:def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960120" indent="-960120" algn="l" defTabSz="3840480">
              <a:lnSpc>
                <a:spcPct val="90000"/>
              </a:lnSpc>
              <a:spcBef>
                <a:spcPts val="42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439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3439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80360" lvl="1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7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17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800600" lvl="2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0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720840" lvl="3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1080" lvl="4" indent="-960120" algn="l" defTabSz="3840480">
              <a:lnSpc>
                <a:spcPct val="90000"/>
              </a:lnSpc>
              <a:spcBef>
                <a:spcPts val="21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8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8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2645280" y="11521440"/>
            <a:ext cx="12386160" cy="2134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  <a:defRPr lang="en-US" sz="6719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</a:pPr>
            <a:r>
              <a:rPr lang="en-US" sz="6719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6719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5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6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27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918901DF-DC22-4521-8222-3FF9F3129CA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399960" y="399240"/>
            <a:ext cx="37604520" cy="37604520"/>
          </a:xfrm>
          <a:prstGeom prst="rect">
            <a:avLst/>
          </a:prstGeom>
          <a:noFill/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720" y="720"/>
            <a:ext cx="38403000" cy="384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645280" y="2560320"/>
            <a:ext cx="12386160" cy="896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3840480">
              <a:lnSpc>
                <a:spcPct val="90000"/>
              </a:lnSpc>
              <a:buNone/>
              <a:defRPr lang="en-US" sz="13439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3840480">
              <a:lnSpc>
                <a:spcPct val="90000"/>
              </a:lnSpc>
              <a:buNone/>
            </a:pPr>
            <a:r>
              <a:rPr lang="en-US" sz="13439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3439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6327080" y="5529600"/>
            <a:ext cx="19442160" cy="2729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3439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439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13439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2645280" y="11521440"/>
            <a:ext cx="12386160" cy="2134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  <a:defRPr lang="en-US" sz="6719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3840480">
              <a:lnSpc>
                <a:spcPct val="90000"/>
              </a:lnSpc>
              <a:spcBef>
                <a:spcPts val="4201"/>
              </a:spcBef>
              <a:buNone/>
              <a:tabLst>
                <a:tab pos="0" algn="l"/>
              </a:tabLst>
            </a:pPr>
            <a:r>
              <a:rPr lang="en-US" sz="6719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6719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28"/>
          </p:nvPr>
        </p:nvSpPr>
        <p:spPr>
          <a:xfrm>
            <a:off x="264024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29"/>
          </p:nvPr>
        </p:nvSpPr>
        <p:spPr>
          <a:xfrm>
            <a:off x="12721680" y="35595720"/>
            <a:ext cx="1296144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0"/>
          </p:nvPr>
        </p:nvSpPr>
        <p:spPr>
          <a:xfrm>
            <a:off x="27123480" y="35595720"/>
            <a:ext cx="8640720" cy="20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40BCFA67-C6FF-48AF-A102-EF72C09542A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5"/>
          <p:cNvSpPr/>
          <p:nvPr/>
        </p:nvSpPr>
        <p:spPr>
          <a:xfrm>
            <a:off x="1058400" y="997560"/>
            <a:ext cx="2759760" cy="27597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Institute Logo 1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4054320" y="997560"/>
            <a:ext cx="2759760" cy="27597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Institute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Logo 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18318600" y="1638720"/>
            <a:ext cx="271224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Title</a:t>
            </a:r>
            <a:endParaRPr lang="en-US" sz="9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18018720" y="4547880"/>
            <a:ext cx="2413440" cy="17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1. </a:t>
            </a:r>
            <a:r>
              <a:rPr lang="en-US" sz="3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Affiliation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2. </a:t>
            </a:r>
            <a:r>
              <a:rPr lang="en-US" sz="3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Affiliation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3. </a:t>
            </a:r>
            <a:r>
              <a:rPr lang="en-US" sz="3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Affiliation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16564320" y="3730320"/>
            <a:ext cx="581724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0" u="sng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Author</a:t>
            </a:r>
            <a:r>
              <a:rPr lang="en-US" sz="4000" b="0" u="sng" strike="noStrike" baseline="3000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Author</a:t>
            </a:r>
            <a:r>
              <a:rPr lang="en-US" sz="4000" b="0" u="none" strike="noStrike" baseline="3000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Author</a:t>
            </a:r>
            <a:r>
              <a:rPr lang="en-US" sz="4000" b="0" u="none" strike="noStrike" baseline="3000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*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16564320" y="6496560"/>
            <a:ext cx="56185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*Corresponding Author’s Email (Italic)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5"/>
          <p:cNvSpPr/>
          <p:nvPr/>
        </p:nvSpPr>
        <p:spPr>
          <a:xfrm>
            <a:off x="883800" y="722376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Abstract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7"/>
          <p:cNvSpPr/>
          <p:nvPr/>
        </p:nvSpPr>
        <p:spPr>
          <a:xfrm>
            <a:off x="965880" y="2467368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9"/>
          <p:cNvSpPr/>
          <p:nvPr/>
        </p:nvSpPr>
        <p:spPr>
          <a:xfrm>
            <a:off x="13746960" y="726012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Materials and Methods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23"/>
          <p:cNvSpPr/>
          <p:nvPr/>
        </p:nvSpPr>
        <p:spPr>
          <a:xfrm>
            <a:off x="13723560" y="1869948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Results and Discussion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25"/>
          <p:cNvSpPr/>
          <p:nvPr/>
        </p:nvSpPr>
        <p:spPr>
          <a:xfrm>
            <a:off x="26555760" y="1513332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33"/>
          <p:cNvSpPr/>
          <p:nvPr/>
        </p:nvSpPr>
        <p:spPr>
          <a:xfrm>
            <a:off x="26555760" y="2471940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5"/>
          <p:cNvSpPr/>
          <p:nvPr/>
        </p:nvSpPr>
        <p:spPr>
          <a:xfrm>
            <a:off x="26555760" y="32567760"/>
            <a:ext cx="10957320" cy="1005480"/>
          </a:xfrm>
          <a:prstGeom prst="rect">
            <a:avLst/>
          </a:prstGeom>
          <a:solidFill>
            <a:srgbClr val="3C09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Acknowle</a:t>
            </a: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dgments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6"/>
          <p:cNvSpPr/>
          <p:nvPr/>
        </p:nvSpPr>
        <p:spPr>
          <a:xfrm>
            <a:off x="883800" y="9113400"/>
            <a:ext cx="10957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Abstract: 200 – 300 Words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8"/>
          <p:cNvSpPr/>
          <p:nvPr/>
        </p:nvSpPr>
        <p:spPr>
          <a:xfrm>
            <a:off x="13744800" y="9077760"/>
            <a:ext cx="10957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Change the positions of these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titles as required, but not the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format.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0"/>
          <p:cNvSpPr/>
          <p:nvPr/>
        </p:nvSpPr>
        <p:spPr>
          <a:xfrm>
            <a:off x="938520" y="10551600"/>
            <a:ext cx="10957320" cy="50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 sizes of the logos of the institutes can be changed as required (keep them inline or split into two as shown above).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Minimum font size of the title should be 44.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Underline the presenting author.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 corresponding author and his/her email must be mentioned using an asterisk (*).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 font size of the content must be 30, and the type is 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Calibri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Use clear and quality graphs and images to get a clear print.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 positions of the subtitles can be changed according to the content, but not the format.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Use short sentences, phrases (except in the abstract)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2"/>
          <p:cNvSpPr/>
          <p:nvPr/>
        </p:nvSpPr>
        <p:spPr>
          <a:xfrm>
            <a:off x="26555760" y="26243280"/>
            <a:ext cx="109573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 references, use the same format as given in the extended abstract template.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4"/>
          <p:cNvSpPr/>
          <p:nvPr/>
        </p:nvSpPr>
        <p:spPr>
          <a:xfrm>
            <a:off x="2557080" y="4021920"/>
            <a:ext cx="2759760" cy="275976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Institute Logo 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46"/>
          <p:cNvSpPr/>
          <p:nvPr/>
        </p:nvSpPr>
        <p:spPr>
          <a:xfrm>
            <a:off x="7050600" y="983160"/>
            <a:ext cx="2759760" cy="275976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Institute Logo 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"/>
          <p:cNvSpPr/>
          <p:nvPr/>
        </p:nvSpPr>
        <p:spPr>
          <a:xfrm>
            <a:off x="36271080" y="37560600"/>
            <a:ext cx="1683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Poster 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24681240" y="37375920"/>
            <a:ext cx="10957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Insert Poster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Number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given in the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document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here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Arrow: Right 10"/>
          <p:cNvSpPr/>
          <p:nvPr/>
        </p:nvSpPr>
        <p:spPr>
          <a:xfrm>
            <a:off x="34207200" y="37488960"/>
            <a:ext cx="2063520" cy="327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929880" y="19142280"/>
            <a:ext cx="10957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Keywords: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Application>LibreOffice/26.2.6.3$Windows_X86_64 LibreOffice_project/8221e31b3ac356a1623c672912a3d2b492f7e3d1</Application>
  <AppVersion>15.0000</AppVersion>
  <Words>202</Words>
  <Paragraphs>30</Paragraphs>
  <Company>University of Kelaniya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2026-06-20T00:06:01Z</dcterms:created>
  <dc:creator>KLAC LAKSHAN</dc:creator>
  <dc:description/>
  <dc:language>en-US</dc:language>
  <cp:lastModifiedBy/>
  <dcterms:modified xsi:type="dcterms:W3CDTF">2026-10-22T20:36:58Z</dcterms:modified>
  <cp:revision>41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
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38404800" cy="38404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096" userDrawn="1">
          <p15:clr>
            <a:srgbClr val="A4A3A4"/>
          </p15:clr>
        </p15:guide>
        <p15:guide id="2" pos="1209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096C"/>
    <a:srgbClr val="240046"/>
    <a:srgbClr val="FFFFFF"/>
    <a:srgbClr val="7030A0"/>
    <a:srgbClr val="1D4A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84" autoAdjust="0"/>
    <p:restoredTop sz="94660"/>
  </p:normalViewPr>
  <p:slideViewPr>
    <p:cSldViewPr snapToGrid="0" showGuides="1">
      <p:cViewPr varScale="1">
        <p:scale>
          <a:sx n="13" d="100"/>
          <a:sy n="13" d="100"/>
        </p:scale>
        <p:origin x="2506" y="154"/>
      </p:cViewPr>
      <p:guideLst>
        <p:guide orient="horz" pos="12096"/>
        <p:guide pos="12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2373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96" userDrawn="1">
          <p15:clr>
            <a:srgbClr val="FBAE40"/>
          </p15:clr>
        </p15:guide>
        <p15:guide id="2" pos="1209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0330" y="2044708"/>
            <a:ext cx="33124140" cy="742315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40330" y="10223500"/>
            <a:ext cx="33124140" cy="2436749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64033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C900CA9C-26B1-4179-8334-D2D0C0B3B1E5}" type="datetimeFigureOut">
              <a:rPr lang="en-US" smtClean="0"/>
              <a:t>20-Jun-26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721590" y="35595568"/>
            <a:ext cx="12961620" cy="20447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712339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F64C4768-7620-4D53-9B20-7B909E7B57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302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20330" y="9574541"/>
            <a:ext cx="33124140" cy="15975327"/>
          </a:xfrm>
          <a:prstGeom prst="rect">
            <a:avLst/>
          </a:prstGeom>
        </p:spPr>
        <p:txBody>
          <a:bodyPr anchor="b"/>
          <a:lstStyle>
            <a:lvl1pPr>
              <a:defRPr sz="25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20330" y="25701001"/>
            <a:ext cx="33124140" cy="84010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80">
                <a:solidFill>
                  <a:schemeClr val="tx1">
                    <a:tint val="82000"/>
                  </a:schemeClr>
                </a:solidFill>
              </a:defRPr>
            </a:lvl1pPr>
            <a:lvl2pPr marL="1920240" indent="0">
              <a:buNone/>
              <a:defRPr sz="8400">
                <a:solidFill>
                  <a:schemeClr val="tx1">
                    <a:tint val="82000"/>
                  </a:schemeClr>
                </a:solidFill>
              </a:defRPr>
            </a:lvl2pPr>
            <a:lvl3pPr marL="3840480" indent="0">
              <a:buNone/>
              <a:defRPr sz="7560">
                <a:solidFill>
                  <a:schemeClr val="tx1">
                    <a:tint val="82000"/>
                  </a:schemeClr>
                </a:solidFill>
              </a:defRPr>
            </a:lvl3pPr>
            <a:lvl4pPr marL="5760720" indent="0">
              <a:buNone/>
              <a:defRPr sz="6720">
                <a:solidFill>
                  <a:schemeClr val="tx1">
                    <a:tint val="82000"/>
                  </a:schemeClr>
                </a:solidFill>
              </a:defRPr>
            </a:lvl4pPr>
            <a:lvl5pPr marL="7680960" indent="0">
              <a:buNone/>
              <a:defRPr sz="6720">
                <a:solidFill>
                  <a:schemeClr val="tx1">
                    <a:tint val="82000"/>
                  </a:schemeClr>
                </a:solidFill>
              </a:defRPr>
            </a:lvl5pPr>
            <a:lvl6pPr marL="9601200" indent="0">
              <a:buNone/>
              <a:defRPr sz="6720">
                <a:solidFill>
                  <a:schemeClr val="tx1">
                    <a:tint val="82000"/>
                  </a:schemeClr>
                </a:solidFill>
              </a:defRPr>
            </a:lvl6pPr>
            <a:lvl7pPr marL="11521440" indent="0">
              <a:buNone/>
              <a:defRPr sz="6720">
                <a:solidFill>
                  <a:schemeClr val="tx1">
                    <a:tint val="82000"/>
                  </a:schemeClr>
                </a:solidFill>
              </a:defRPr>
            </a:lvl7pPr>
            <a:lvl8pPr marL="13441680" indent="0">
              <a:buNone/>
              <a:defRPr sz="6720">
                <a:solidFill>
                  <a:schemeClr val="tx1">
                    <a:tint val="82000"/>
                  </a:schemeClr>
                </a:solidFill>
              </a:defRPr>
            </a:lvl8pPr>
            <a:lvl9pPr marL="15361920" indent="0">
              <a:buNone/>
              <a:defRPr sz="67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64033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C900CA9C-26B1-4179-8334-D2D0C0B3B1E5}" type="datetimeFigureOut">
              <a:rPr lang="en-US" smtClean="0"/>
              <a:t>20-Jun-26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721590" y="35595568"/>
            <a:ext cx="12961620" cy="20447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712339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F64C4768-7620-4D53-9B20-7B909E7B57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420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0330" y="2044708"/>
            <a:ext cx="33124140" cy="742315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40330" y="10223500"/>
            <a:ext cx="16322040" cy="2436749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442430" y="10223500"/>
            <a:ext cx="16322040" cy="2436749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64033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C900CA9C-26B1-4179-8334-D2D0C0B3B1E5}" type="datetimeFigureOut">
              <a:rPr lang="en-US" smtClean="0"/>
              <a:t>20-Jun-26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2721590" y="35595568"/>
            <a:ext cx="12961620" cy="20447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712339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F64C4768-7620-4D53-9B20-7B909E7B57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73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5332" y="2044708"/>
            <a:ext cx="33124140" cy="742315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45336" y="9414513"/>
            <a:ext cx="16247028" cy="461390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0080" b="1"/>
            </a:lvl1pPr>
            <a:lvl2pPr marL="1920240" indent="0">
              <a:buNone/>
              <a:defRPr sz="8400" b="1"/>
            </a:lvl2pPr>
            <a:lvl3pPr marL="3840480" indent="0">
              <a:buNone/>
              <a:defRPr sz="7560" b="1"/>
            </a:lvl3pPr>
            <a:lvl4pPr marL="5760720" indent="0">
              <a:buNone/>
              <a:defRPr sz="6720" b="1"/>
            </a:lvl4pPr>
            <a:lvl5pPr marL="7680960" indent="0">
              <a:buNone/>
              <a:defRPr sz="6720" b="1"/>
            </a:lvl5pPr>
            <a:lvl6pPr marL="9601200" indent="0">
              <a:buNone/>
              <a:defRPr sz="6720" b="1"/>
            </a:lvl6pPr>
            <a:lvl7pPr marL="11521440" indent="0">
              <a:buNone/>
              <a:defRPr sz="6720" b="1"/>
            </a:lvl7pPr>
            <a:lvl8pPr marL="13441680" indent="0">
              <a:buNone/>
              <a:defRPr sz="6720" b="1"/>
            </a:lvl8pPr>
            <a:lvl9pPr marL="15361920" indent="0">
              <a:buNone/>
              <a:defRPr sz="6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45336" y="14028420"/>
            <a:ext cx="16247028" cy="2063369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9442432" y="9414513"/>
            <a:ext cx="16327042" cy="461390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0080" b="1"/>
            </a:lvl1pPr>
            <a:lvl2pPr marL="1920240" indent="0">
              <a:buNone/>
              <a:defRPr sz="8400" b="1"/>
            </a:lvl2pPr>
            <a:lvl3pPr marL="3840480" indent="0">
              <a:buNone/>
              <a:defRPr sz="7560" b="1"/>
            </a:lvl3pPr>
            <a:lvl4pPr marL="5760720" indent="0">
              <a:buNone/>
              <a:defRPr sz="6720" b="1"/>
            </a:lvl4pPr>
            <a:lvl5pPr marL="7680960" indent="0">
              <a:buNone/>
              <a:defRPr sz="6720" b="1"/>
            </a:lvl5pPr>
            <a:lvl6pPr marL="9601200" indent="0">
              <a:buNone/>
              <a:defRPr sz="6720" b="1"/>
            </a:lvl6pPr>
            <a:lvl7pPr marL="11521440" indent="0">
              <a:buNone/>
              <a:defRPr sz="6720" b="1"/>
            </a:lvl7pPr>
            <a:lvl8pPr marL="13441680" indent="0">
              <a:buNone/>
              <a:defRPr sz="6720" b="1"/>
            </a:lvl8pPr>
            <a:lvl9pPr marL="15361920" indent="0">
              <a:buNone/>
              <a:defRPr sz="67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9442432" y="14028420"/>
            <a:ext cx="16327042" cy="2063369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64033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C900CA9C-26B1-4179-8334-D2D0C0B3B1E5}" type="datetimeFigureOut">
              <a:rPr lang="en-US" smtClean="0"/>
              <a:t>20-Jun-26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2721590" y="35595568"/>
            <a:ext cx="12961620" cy="20447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2712339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F64C4768-7620-4D53-9B20-7B909E7B57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9642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0330" y="2044708"/>
            <a:ext cx="33124140" cy="742315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64033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C900CA9C-26B1-4179-8334-D2D0C0B3B1E5}" type="datetimeFigureOut">
              <a:rPr lang="en-US" smtClean="0"/>
              <a:t>20-Jun-26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2721590" y="35595568"/>
            <a:ext cx="12961620" cy="20447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2712339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F64C4768-7620-4D53-9B20-7B909E7B57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8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64033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C900CA9C-26B1-4179-8334-D2D0C0B3B1E5}" type="datetimeFigureOut">
              <a:rPr lang="en-US" smtClean="0"/>
              <a:t>20-Jun-26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2721590" y="35595568"/>
            <a:ext cx="12961620" cy="20447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712339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F64C4768-7620-4D53-9B20-7B909E7B57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0284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5332" y="2560320"/>
            <a:ext cx="12386548" cy="8961120"/>
          </a:xfrm>
          <a:prstGeom prst="rect">
            <a:avLst/>
          </a:prstGeom>
        </p:spPr>
        <p:txBody>
          <a:bodyPr anchor="b"/>
          <a:lstStyle>
            <a:lvl1pPr>
              <a:defRPr sz="13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327042" y="5529588"/>
            <a:ext cx="19442430" cy="27292300"/>
          </a:xfrm>
          <a:prstGeom prst="rect">
            <a:avLst/>
          </a:prstGeom>
        </p:spPr>
        <p:txBody>
          <a:bodyPr/>
          <a:lstStyle>
            <a:lvl1pPr>
              <a:defRPr sz="13440"/>
            </a:lvl1pPr>
            <a:lvl2pPr>
              <a:defRPr sz="11760"/>
            </a:lvl2pPr>
            <a:lvl3pPr>
              <a:defRPr sz="10080"/>
            </a:lvl3pPr>
            <a:lvl4pPr>
              <a:defRPr sz="8400"/>
            </a:lvl4pPr>
            <a:lvl5pPr>
              <a:defRPr sz="8400"/>
            </a:lvl5pPr>
            <a:lvl6pPr>
              <a:defRPr sz="8400"/>
            </a:lvl6pPr>
            <a:lvl7pPr>
              <a:defRPr sz="8400"/>
            </a:lvl7pPr>
            <a:lvl8pPr>
              <a:defRPr sz="8400"/>
            </a:lvl8pPr>
            <a:lvl9pPr>
              <a:defRPr sz="8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45332" y="11521440"/>
            <a:ext cx="12386548" cy="213448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720"/>
            </a:lvl1pPr>
            <a:lvl2pPr marL="1920240" indent="0">
              <a:buNone/>
              <a:defRPr sz="5880"/>
            </a:lvl2pPr>
            <a:lvl3pPr marL="3840480" indent="0">
              <a:buNone/>
              <a:defRPr sz="5040"/>
            </a:lvl3pPr>
            <a:lvl4pPr marL="5760720" indent="0">
              <a:buNone/>
              <a:defRPr sz="4200"/>
            </a:lvl4pPr>
            <a:lvl5pPr marL="7680960" indent="0">
              <a:buNone/>
              <a:defRPr sz="4200"/>
            </a:lvl5pPr>
            <a:lvl6pPr marL="9601200" indent="0">
              <a:buNone/>
              <a:defRPr sz="4200"/>
            </a:lvl6pPr>
            <a:lvl7pPr marL="11521440" indent="0">
              <a:buNone/>
              <a:defRPr sz="4200"/>
            </a:lvl7pPr>
            <a:lvl8pPr marL="13441680" indent="0">
              <a:buNone/>
              <a:defRPr sz="4200"/>
            </a:lvl8pPr>
            <a:lvl9pPr marL="15361920" indent="0">
              <a:buNone/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64033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C900CA9C-26B1-4179-8334-D2D0C0B3B1E5}" type="datetimeFigureOut">
              <a:rPr lang="en-US" smtClean="0"/>
              <a:t>20-Jun-26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2721590" y="35595568"/>
            <a:ext cx="12961620" cy="20447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712339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F64C4768-7620-4D53-9B20-7B909E7B57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353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5332" y="2560320"/>
            <a:ext cx="12386548" cy="8961120"/>
          </a:xfrm>
          <a:prstGeom prst="rect">
            <a:avLst/>
          </a:prstGeom>
        </p:spPr>
        <p:txBody>
          <a:bodyPr anchor="b"/>
          <a:lstStyle>
            <a:lvl1pPr>
              <a:defRPr sz="134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6327042" y="5529588"/>
            <a:ext cx="19442430" cy="27292300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13440"/>
            </a:lvl1pPr>
            <a:lvl2pPr marL="1920240" indent="0">
              <a:buNone/>
              <a:defRPr sz="11760"/>
            </a:lvl2pPr>
            <a:lvl3pPr marL="3840480" indent="0">
              <a:buNone/>
              <a:defRPr sz="10080"/>
            </a:lvl3pPr>
            <a:lvl4pPr marL="5760720" indent="0">
              <a:buNone/>
              <a:defRPr sz="8400"/>
            </a:lvl4pPr>
            <a:lvl5pPr marL="7680960" indent="0">
              <a:buNone/>
              <a:defRPr sz="8400"/>
            </a:lvl5pPr>
            <a:lvl6pPr marL="9601200" indent="0">
              <a:buNone/>
              <a:defRPr sz="8400"/>
            </a:lvl6pPr>
            <a:lvl7pPr marL="11521440" indent="0">
              <a:buNone/>
              <a:defRPr sz="8400"/>
            </a:lvl7pPr>
            <a:lvl8pPr marL="13441680" indent="0">
              <a:buNone/>
              <a:defRPr sz="8400"/>
            </a:lvl8pPr>
            <a:lvl9pPr marL="15361920" indent="0">
              <a:buNone/>
              <a:defRPr sz="84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45332" y="11521440"/>
            <a:ext cx="12386548" cy="213448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720"/>
            </a:lvl1pPr>
            <a:lvl2pPr marL="1920240" indent="0">
              <a:buNone/>
              <a:defRPr sz="5880"/>
            </a:lvl2pPr>
            <a:lvl3pPr marL="3840480" indent="0">
              <a:buNone/>
              <a:defRPr sz="5040"/>
            </a:lvl3pPr>
            <a:lvl4pPr marL="5760720" indent="0">
              <a:buNone/>
              <a:defRPr sz="4200"/>
            </a:lvl4pPr>
            <a:lvl5pPr marL="7680960" indent="0">
              <a:buNone/>
              <a:defRPr sz="4200"/>
            </a:lvl5pPr>
            <a:lvl6pPr marL="9601200" indent="0">
              <a:buNone/>
              <a:defRPr sz="4200"/>
            </a:lvl6pPr>
            <a:lvl7pPr marL="11521440" indent="0">
              <a:buNone/>
              <a:defRPr sz="4200"/>
            </a:lvl7pPr>
            <a:lvl8pPr marL="13441680" indent="0">
              <a:buNone/>
              <a:defRPr sz="4200"/>
            </a:lvl8pPr>
            <a:lvl9pPr marL="15361920" indent="0">
              <a:buNone/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64033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C900CA9C-26B1-4179-8334-D2D0C0B3B1E5}" type="datetimeFigureOut">
              <a:rPr lang="en-US" smtClean="0"/>
              <a:t>20-Jun-26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2721590" y="35595568"/>
            <a:ext cx="12961620" cy="20447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712339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F64C4768-7620-4D53-9B20-7B909E7B57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99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0330" y="2044708"/>
            <a:ext cx="33124140" cy="742315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40330" y="10223500"/>
            <a:ext cx="33124140" cy="2436749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64033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C900CA9C-26B1-4179-8334-D2D0C0B3B1E5}" type="datetimeFigureOut">
              <a:rPr lang="en-US" smtClean="0"/>
              <a:t>20-Jun-26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721590" y="35595568"/>
            <a:ext cx="12961620" cy="20447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712339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F64C4768-7620-4D53-9B20-7B909E7B57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109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7483437" y="2044700"/>
            <a:ext cx="8281035" cy="3254629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40332" y="2044700"/>
            <a:ext cx="24363045" cy="3254629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64033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C900CA9C-26B1-4179-8334-D2D0C0B3B1E5}" type="datetimeFigureOut">
              <a:rPr lang="en-US" smtClean="0"/>
              <a:t>20-Jun-26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2721590" y="35595568"/>
            <a:ext cx="12961620" cy="20447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7123390" y="35595568"/>
            <a:ext cx="8641080" cy="2044700"/>
          </a:xfrm>
          <a:prstGeom prst="rect">
            <a:avLst/>
          </a:prstGeom>
        </p:spPr>
        <p:txBody>
          <a:bodyPr/>
          <a:lstStyle/>
          <a:p>
            <a:fld id="{F64C4768-7620-4D53-9B20-7B909E7B57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517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698AA06-F591-2ADD-8C42-3D10CD05810C}"/>
              </a:ext>
            </a:extLst>
          </p:cNvPr>
          <p:cNvSpPr/>
          <p:nvPr userDrawn="1"/>
        </p:nvSpPr>
        <p:spPr>
          <a:xfrm>
            <a:off x="400050" y="399391"/>
            <a:ext cx="37604700" cy="376047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536210-2C42-7A21-A836-68E5AB430B02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" y="659"/>
            <a:ext cx="38403482" cy="38403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9080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840480" rtl="0" eaLnBrk="1" latinLnBrk="0" hangingPunct="1">
        <a:lnSpc>
          <a:spcPct val="90000"/>
        </a:lnSpc>
        <a:spcBef>
          <a:spcPct val="0"/>
        </a:spcBef>
        <a:buNone/>
        <a:defRPr sz="184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60120" indent="-960120" algn="l" defTabSz="3840480" rtl="0" eaLnBrk="1" latinLnBrk="0" hangingPunct="1">
        <a:lnSpc>
          <a:spcPct val="90000"/>
        </a:lnSpc>
        <a:spcBef>
          <a:spcPts val="4200"/>
        </a:spcBef>
        <a:buFont typeface="Arial" panose="020B0604020202020204" pitchFamily="34" charset="0"/>
        <a:buChar char="•"/>
        <a:defRPr sz="11760" kern="1200">
          <a:solidFill>
            <a:schemeClr val="tx1"/>
          </a:solidFill>
          <a:latin typeface="+mn-lt"/>
          <a:ea typeface="+mn-ea"/>
          <a:cs typeface="+mn-cs"/>
        </a:defRPr>
      </a:lvl1pPr>
      <a:lvl2pPr marL="2880360" indent="-960120" algn="l" defTabSz="3840480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10080" kern="1200">
          <a:solidFill>
            <a:schemeClr val="tx1"/>
          </a:solidFill>
          <a:latin typeface="+mn-lt"/>
          <a:ea typeface="+mn-ea"/>
          <a:cs typeface="+mn-cs"/>
        </a:defRPr>
      </a:lvl2pPr>
      <a:lvl3pPr marL="4800600" indent="-960120" algn="l" defTabSz="3840480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8400" kern="1200">
          <a:solidFill>
            <a:schemeClr val="tx1"/>
          </a:solidFill>
          <a:latin typeface="+mn-lt"/>
          <a:ea typeface="+mn-ea"/>
          <a:cs typeface="+mn-cs"/>
        </a:defRPr>
      </a:lvl3pPr>
      <a:lvl4pPr marL="6720840" indent="-960120" algn="l" defTabSz="3840480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60" kern="1200">
          <a:solidFill>
            <a:schemeClr val="tx1"/>
          </a:solidFill>
          <a:latin typeface="+mn-lt"/>
          <a:ea typeface="+mn-ea"/>
          <a:cs typeface="+mn-cs"/>
        </a:defRPr>
      </a:lvl4pPr>
      <a:lvl5pPr marL="8641080" indent="-960120" algn="l" defTabSz="3840480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60" kern="1200">
          <a:solidFill>
            <a:schemeClr val="tx1"/>
          </a:solidFill>
          <a:latin typeface="+mn-lt"/>
          <a:ea typeface="+mn-ea"/>
          <a:cs typeface="+mn-cs"/>
        </a:defRPr>
      </a:lvl5pPr>
      <a:lvl6pPr marL="10561320" indent="-960120" algn="l" defTabSz="3840480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60" kern="1200">
          <a:solidFill>
            <a:schemeClr val="tx1"/>
          </a:solidFill>
          <a:latin typeface="+mn-lt"/>
          <a:ea typeface="+mn-ea"/>
          <a:cs typeface="+mn-cs"/>
        </a:defRPr>
      </a:lvl6pPr>
      <a:lvl7pPr marL="12481560" indent="-960120" algn="l" defTabSz="3840480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60" kern="1200">
          <a:solidFill>
            <a:schemeClr val="tx1"/>
          </a:solidFill>
          <a:latin typeface="+mn-lt"/>
          <a:ea typeface="+mn-ea"/>
          <a:cs typeface="+mn-cs"/>
        </a:defRPr>
      </a:lvl7pPr>
      <a:lvl8pPr marL="14401800" indent="-960120" algn="l" defTabSz="3840480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60" kern="1200">
          <a:solidFill>
            <a:schemeClr val="tx1"/>
          </a:solidFill>
          <a:latin typeface="+mn-lt"/>
          <a:ea typeface="+mn-ea"/>
          <a:cs typeface="+mn-cs"/>
        </a:defRPr>
      </a:lvl8pPr>
      <a:lvl9pPr marL="16322040" indent="-960120" algn="l" defTabSz="3840480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75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40480" rtl="0" eaLnBrk="1" latinLnBrk="0" hangingPunct="1">
        <a:defRPr sz="7560" kern="1200">
          <a:solidFill>
            <a:schemeClr val="tx1"/>
          </a:solidFill>
          <a:latin typeface="+mn-lt"/>
          <a:ea typeface="+mn-ea"/>
          <a:cs typeface="+mn-cs"/>
        </a:defRPr>
      </a:lvl1pPr>
      <a:lvl2pPr marL="1920240" algn="l" defTabSz="3840480" rtl="0" eaLnBrk="1" latinLnBrk="0" hangingPunct="1">
        <a:defRPr sz="7560" kern="1200">
          <a:solidFill>
            <a:schemeClr val="tx1"/>
          </a:solidFill>
          <a:latin typeface="+mn-lt"/>
          <a:ea typeface="+mn-ea"/>
          <a:cs typeface="+mn-cs"/>
        </a:defRPr>
      </a:lvl2pPr>
      <a:lvl3pPr marL="3840480" algn="l" defTabSz="3840480" rtl="0" eaLnBrk="1" latinLnBrk="0" hangingPunct="1">
        <a:defRPr sz="7560" kern="1200">
          <a:solidFill>
            <a:schemeClr val="tx1"/>
          </a:solidFill>
          <a:latin typeface="+mn-lt"/>
          <a:ea typeface="+mn-ea"/>
          <a:cs typeface="+mn-cs"/>
        </a:defRPr>
      </a:lvl3pPr>
      <a:lvl4pPr marL="5760720" algn="l" defTabSz="3840480" rtl="0" eaLnBrk="1" latinLnBrk="0" hangingPunct="1">
        <a:defRPr sz="7560" kern="1200">
          <a:solidFill>
            <a:schemeClr val="tx1"/>
          </a:solidFill>
          <a:latin typeface="+mn-lt"/>
          <a:ea typeface="+mn-ea"/>
          <a:cs typeface="+mn-cs"/>
        </a:defRPr>
      </a:lvl4pPr>
      <a:lvl5pPr marL="7680960" algn="l" defTabSz="3840480" rtl="0" eaLnBrk="1" latinLnBrk="0" hangingPunct="1">
        <a:defRPr sz="7560" kern="1200">
          <a:solidFill>
            <a:schemeClr val="tx1"/>
          </a:solidFill>
          <a:latin typeface="+mn-lt"/>
          <a:ea typeface="+mn-ea"/>
          <a:cs typeface="+mn-cs"/>
        </a:defRPr>
      </a:lvl5pPr>
      <a:lvl6pPr marL="9601200" algn="l" defTabSz="3840480" rtl="0" eaLnBrk="1" latinLnBrk="0" hangingPunct="1">
        <a:defRPr sz="7560" kern="1200">
          <a:solidFill>
            <a:schemeClr val="tx1"/>
          </a:solidFill>
          <a:latin typeface="+mn-lt"/>
          <a:ea typeface="+mn-ea"/>
          <a:cs typeface="+mn-cs"/>
        </a:defRPr>
      </a:lvl6pPr>
      <a:lvl7pPr marL="11521440" algn="l" defTabSz="3840480" rtl="0" eaLnBrk="1" latinLnBrk="0" hangingPunct="1">
        <a:defRPr sz="7560" kern="1200">
          <a:solidFill>
            <a:schemeClr val="tx1"/>
          </a:solidFill>
          <a:latin typeface="+mn-lt"/>
          <a:ea typeface="+mn-ea"/>
          <a:cs typeface="+mn-cs"/>
        </a:defRPr>
      </a:lvl7pPr>
      <a:lvl8pPr marL="13441680" algn="l" defTabSz="3840480" rtl="0" eaLnBrk="1" latinLnBrk="0" hangingPunct="1">
        <a:defRPr sz="7560" kern="1200">
          <a:solidFill>
            <a:schemeClr val="tx1"/>
          </a:solidFill>
          <a:latin typeface="+mn-lt"/>
          <a:ea typeface="+mn-ea"/>
          <a:cs typeface="+mn-cs"/>
        </a:defRPr>
      </a:lvl8pPr>
      <a:lvl9pPr marL="15361920" algn="l" defTabSz="3840480" rtl="0" eaLnBrk="1" latinLnBrk="0" hangingPunct="1">
        <a:defRPr sz="75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2096" userDrawn="1">
          <p15:clr>
            <a:srgbClr val="F26B43"/>
          </p15:clr>
        </p15:guide>
        <p15:guide id="2" pos="1209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5BAF74D-DDD0-51CC-B6BA-B937F2486B9C}"/>
              </a:ext>
            </a:extLst>
          </p:cNvPr>
          <p:cNvSpPr/>
          <p:nvPr/>
        </p:nvSpPr>
        <p:spPr>
          <a:xfrm>
            <a:off x="1058406" y="997446"/>
            <a:ext cx="2759988" cy="27599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Institute Logo 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333B66-84F2-09D8-CC31-D2FB2CD13FED}"/>
              </a:ext>
            </a:extLst>
          </p:cNvPr>
          <p:cNvSpPr/>
          <p:nvPr/>
        </p:nvSpPr>
        <p:spPr>
          <a:xfrm>
            <a:off x="4054437" y="997446"/>
            <a:ext cx="2759988" cy="275998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Institute Logo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CB67B2-17EB-0A45-6147-6D8DD3852695}"/>
              </a:ext>
            </a:extLst>
          </p:cNvPr>
          <p:cNvSpPr txBox="1"/>
          <p:nvPr/>
        </p:nvSpPr>
        <p:spPr>
          <a:xfrm>
            <a:off x="18318480" y="1638776"/>
            <a:ext cx="27127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7F4E17-191F-19EA-1EA2-560100571ACF}"/>
              </a:ext>
            </a:extLst>
          </p:cNvPr>
          <p:cNvSpPr txBox="1"/>
          <p:nvPr/>
        </p:nvSpPr>
        <p:spPr>
          <a:xfrm>
            <a:off x="18018879" y="4547764"/>
            <a:ext cx="2413931" cy="17081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</a:t>
            </a:r>
            <a:r>
              <a:rPr lang="en-US" sz="35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Affiliation</a:t>
            </a:r>
          </a:p>
          <a:p>
            <a:r>
              <a:rPr lang="en-US" sz="3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</a:t>
            </a:r>
            <a:r>
              <a:rPr lang="en-US" sz="35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Affiliation</a:t>
            </a:r>
          </a:p>
          <a:p>
            <a:r>
              <a:rPr lang="en-US" sz="3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</a:t>
            </a:r>
            <a:r>
              <a:rPr lang="en-US" sz="35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Affiliation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1AD204-A17B-D193-8E06-9B2E26F25E59}"/>
              </a:ext>
            </a:extLst>
          </p:cNvPr>
          <p:cNvSpPr txBox="1"/>
          <p:nvPr/>
        </p:nvSpPr>
        <p:spPr>
          <a:xfrm>
            <a:off x="16564434" y="3730377"/>
            <a:ext cx="581761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nl-NL" sz="4000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Author</a:t>
            </a:r>
            <a:r>
              <a:rPr lang="en-US" altLang="nl-NL" sz="4000" u="sng" baseline="30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nl-NL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Author</a:t>
            </a:r>
            <a:r>
              <a:rPr lang="en-US" altLang="nl-NL" sz="4000" baseline="30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nl-NL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Author</a:t>
            </a:r>
            <a:r>
              <a:rPr lang="en-US" altLang="nl-NL" sz="4000" baseline="30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</a:t>
            </a:r>
            <a:r>
              <a:rPr lang="en-US" altLang="nl-NL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*</a:t>
            </a:r>
            <a:endParaRPr lang="en-US"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6062385-E64A-CA46-A61F-3C7EB1CB0A9E}"/>
              </a:ext>
            </a:extLst>
          </p:cNvPr>
          <p:cNvSpPr txBox="1"/>
          <p:nvPr/>
        </p:nvSpPr>
        <p:spPr>
          <a:xfrm>
            <a:off x="16564434" y="6496403"/>
            <a:ext cx="55009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Corresponding Author’s Email (Italic)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6E2B48-BC16-3D0A-6E7D-329DE4367A4B}"/>
              </a:ext>
            </a:extLst>
          </p:cNvPr>
          <p:cNvSpPr/>
          <p:nvPr/>
        </p:nvSpPr>
        <p:spPr>
          <a:xfrm>
            <a:off x="883920" y="7223760"/>
            <a:ext cx="10957560" cy="1005840"/>
          </a:xfrm>
          <a:prstGeom prst="rect">
            <a:avLst/>
          </a:prstGeom>
          <a:solidFill>
            <a:srgbClr val="3C096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Abstract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620D331-60BD-629C-0913-2699A99C2BF4}"/>
              </a:ext>
            </a:extLst>
          </p:cNvPr>
          <p:cNvSpPr/>
          <p:nvPr/>
        </p:nvSpPr>
        <p:spPr>
          <a:xfrm>
            <a:off x="965980" y="24673560"/>
            <a:ext cx="10957560" cy="1005840"/>
          </a:xfrm>
          <a:prstGeom prst="rect">
            <a:avLst/>
          </a:prstGeom>
          <a:solidFill>
            <a:srgbClr val="3C096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7EB029-4CD8-DDF1-2855-AA853E046C83}"/>
              </a:ext>
            </a:extLst>
          </p:cNvPr>
          <p:cNvSpPr/>
          <p:nvPr/>
        </p:nvSpPr>
        <p:spPr>
          <a:xfrm>
            <a:off x="13747065" y="7260102"/>
            <a:ext cx="10957560" cy="1005840"/>
          </a:xfrm>
          <a:prstGeom prst="rect">
            <a:avLst/>
          </a:prstGeom>
          <a:solidFill>
            <a:srgbClr val="3C096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Materials and Methods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D7FE66A-A652-AA5A-CED4-154C2327BDC0}"/>
              </a:ext>
            </a:extLst>
          </p:cNvPr>
          <p:cNvSpPr/>
          <p:nvPr/>
        </p:nvSpPr>
        <p:spPr>
          <a:xfrm>
            <a:off x="13723619" y="18699480"/>
            <a:ext cx="10957560" cy="1005840"/>
          </a:xfrm>
          <a:prstGeom prst="rect">
            <a:avLst/>
          </a:prstGeom>
          <a:solidFill>
            <a:srgbClr val="3C096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 and Discussion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146DB1-FA90-1D19-1CD8-DCE6DCC9D0E7}"/>
              </a:ext>
            </a:extLst>
          </p:cNvPr>
          <p:cNvSpPr/>
          <p:nvPr/>
        </p:nvSpPr>
        <p:spPr>
          <a:xfrm>
            <a:off x="26555702" y="15133320"/>
            <a:ext cx="10957560" cy="1005840"/>
          </a:xfrm>
          <a:prstGeom prst="rect">
            <a:avLst/>
          </a:prstGeom>
          <a:solidFill>
            <a:srgbClr val="3C096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6104F6E-9DA3-1D76-8C1C-81F7C262AF76}"/>
              </a:ext>
            </a:extLst>
          </p:cNvPr>
          <p:cNvSpPr/>
          <p:nvPr/>
        </p:nvSpPr>
        <p:spPr>
          <a:xfrm>
            <a:off x="26555702" y="24719280"/>
            <a:ext cx="10957560" cy="1005840"/>
          </a:xfrm>
          <a:prstGeom prst="rect">
            <a:avLst/>
          </a:prstGeom>
          <a:solidFill>
            <a:srgbClr val="3C096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References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C700DBD-FE98-DB73-BD07-8695767AE259}"/>
              </a:ext>
            </a:extLst>
          </p:cNvPr>
          <p:cNvSpPr/>
          <p:nvPr/>
        </p:nvSpPr>
        <p:spPr>
          <a:xfrm>
            <a:off x="26555702" y="32567880"/>
            <a:ext cx="10957560" cy="1005840"/>
          </a:xfrm>
          <a:prstGeom prst="rect">
            <a:avLst/>
          </a:prstGeom>
          <a:solidFill>
            <a:srgbClr val="3C096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Acknowledgments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67B104-4F17-B5CF-8EE9-D1C0CA5C08F0}"/>
              </a:ext>
            </a:extLst>
          </p:cNvPr>
          <p:cNvSpPr txBox="1"/>
          <p:nvPr/>
        </p:nvSpPr>
        <p:spPr>
          <a:xfrm>
            <a:off x="883920" y="9113520"/>
            <a:ext cx="109575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Abstract: 200 – 300 Words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630A793-D582-CDB5-860F-65CE7CA813BE}"/>
              </a:ext>
            </a:extLst>
          </p:cNvPr>
          <p:cNvSpPr txBox="1"/>
          <p:nvPr/>
        </p:nvSpPr>
        <p:spPr>
          <a:xfrm>
            <a:off x="13744710" y="9077763"/>
            <a:ext cx="1095756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Change the positions of these titles as required, but not the format.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BC73C27-F78B-417B-4E69-BAA6C5D3E5F2}"/>
              </a:ext>
            </a:extLst>
          </p:cNvPr>
          <p:cNvSpPr txBox="1"/>
          <p:nvPr/>
        </p:nvSpPr>
        <p:spPr>
          <a:xfrm>
            <a:off x="938432" y="10551438"/>
            <a:ext cx="10957560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sizes of the logos of the institutes can be changed as required (keep them inline or split into two as shown above).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Minimum font size of the title should be 44.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Underline the presenting author.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corresponding author and his/her email must be mentioned using an asterisk (*).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font size of the content must be 30, and the type is </a:t>
            </a:r>
            <a:r>
              <a:rPr lang="en-US" sz="3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Calibri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clear and quality graphs and images to get a clear print.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positions of the subtitles can be changed according to the content, but not the format.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 short sentences, phrases (except in the abstract)</a:t>
            </a:r>
            <a:endParaRPr lang="en-US" sz="3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CE2B1B-0644-01F1-4E64-370543432DEC}"/>
              </a:ext>
            </a:extLst>
          </p:cNvPr>
          <p:cNvSpPr txBox="1"/>
          <p:nvPr/>
        </p:nvSpPr>
        <p:spPr>
          <a:xfrm>
            <a:off x="26555702" y="26243280"/>
            <a:ext cx="109575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 references, use the same format as given in the extended abstract template.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4BA55327-8B5F-5735-FF0A-4E381572370D}"/>
              </a:ext>
            </a:extLst>
          </p:cNvPr>
          <p:cNvSpPr/>
          <p:nvPr/>
        </p:nvSpPr>
        <p:spPr>
          <a:xfrm>
            <a:off x="2557213" y="4021812"/>
            <a:ext cx="2759988" cy="275998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Institute Logo 3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F3F1D01-5588-5E4C-B77C-7219BA77C7FE}"/>
              </a:ext>
            </a:extLst>
          </p:cNvPr>
          <p:cNvSpPr/>
          <p:nvPr/>
        </p:nvSpPr>
        <p:spPr>
          <a:xfrm>
            <a:off x="7050468" y="983223"/>
            <a:ext cx="2759988" cy="275998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8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Institute Logo 3</a:t>
            </a:r>
          </a:p>
        </p:txBody>
      </p:sp>
    </p:spTree>
    <p:extLst>
      <p:ext uri="{BB962C8B-B14F-4D97-AF65-F5344CB8AC3E}">
        <p14:creationId xmlns:p14="http://schemas.microsoft.com/office/powerpoint/2010/main" val="5105422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</TotalTime>
  <Words>192</Words>
  <Application>Microsoft Office PowerPoint</Application>
  <PresentationFormat>Custom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Company>University of Kelaniya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KLAC LAKSHAN</dc:creator>
  <cp:lastModifiedBy>KLAC LAKSHAN</cp:lastModifiedBy>
  <cp:revision>36</cp:revision>
  <dcterms:created xsi:type="dcterms:W3CDTF">2026-06-20T00:06:01Z</dcterms:created>
  <dcterms:modified xsi:type="dcterms:W3CDTF">2026-06-20T02:22:08Z</dcterms:modified>
</cp:coreProperties>
</file>